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CBSE Class 10 - Chapter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Real numbers</a:t>
            </a:r>
            <a:br/>
            <a:r>
              <a:t>• Euclid's Division Lemma &amp; Algorithm</a:t>
            </a:r>
            <a:br/>
            <a:r>
              <a:t>• Prime factorization</a:t>
            </a:r>
            <a:br/>
            <a:r>
              <a:t>• HCF &amp; LCM</a:t>
            </a:r>
            <a:br/>
            <a:r>
              <a:t>• Decimal expansions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Natural ⊂ Whole ⊂ Integers ⊂ Rational ⊂ Real</a:t>
            </a:r>
            <a:br/>
            <a:r>
              <a:t>Irrational numbers are also Real.</a:t>
            </a:r>
            <a:br/>
            <a:br/>
            <a:r>
              <a:t>Diagram:</a:t>
            </a:r>
            <a:br/>
            <a:r>
              <a:t>[N]→[W]→[Z]→[Q] inside [R]</a:t>
            </a:r>
            <a:br/>
            <a:r>
              <a:t>Irrational ⊂ R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3479" y="2153920"/>
            <a:ext cx="2286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59" y="2336800"/>
            <a:ext cx="1920240" cy="1463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39" y="251968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Z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2119" y="2702560"/>
            <a:ext cx="1188719" cy="731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4999" y="2885440"/>
            <a:ext cx="822959" cy="365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Division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= bq + r</a:t>
            </a:r>
            <a:br/>
            <a:r>
              <a:t>0 ≤ r &lt; b</a:t>
            </a:r>
            <a:br/>
            <a:r>
              <a:t>Example: 38 = 5×7 + 3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455 = 42×10 +35</a:t>
            </a:r>
            <a:br/>
            <a:r>
              <a:t>42 = 35×1 +7</a:t>
            </a:r>
            <a:br/>
            <a:r>
              <a:t>35 = 7×5 +0</a:t>
            </a:r>
            <a:br/>
            <a:r>
              <a:t>HCF =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Every composite number has a unique prime factorization.</a:t>
            </a:r>
            <a:br/>
            <a:r>
              <a:t>60 = 2²×3×5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HCF &amp; LCM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24=2³×3</a:t>
            </a:r>
            <a:br/>
            <a:r>
              <a:t>36=2²×3²</a:t>
            </a:r>
            <a:br/>
            <a:r>
              <a:t>HCF=12</a:t>
            </a:r>
            <a:br/>
            <a:r>
              <a:t>LCM=72</a:t>
            </a:r>
            <a:br/>
            <a:r>
              <a:t>LCM×HCF =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Only 2 and/or 5 in denominator → Terminating</a:t>
            </a:r>
            <a:br/>
            <a:r>
              <a:t>Else → Recurring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Show all steps.</a:t>
            </a:r>
            <a:br/>
            <a:r>
              <a:t>Reduce fractions.</a:t>
            </a:r>
            <a:br/>
            <a:r>
              <a:t>Practice HCF/LCM.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196</Words>
  <Application>Microsoft Office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Real Numbers</vt:lpstr>
      <vt:lpstr>Learning Outcomes</vt:lpstr>
      <vt:lpstr>Real Numbers</vt:lpstr>
      <vt:lpstr>Euclid's Division Lemma</vt:lpstr>
      <vt:lpstr>Euclid's Algorithm</vt:lpstr>
      <vt:lpstr>Fundamental Theorem</vt:lpstr>
      <vt:lpstr>HCF &amp; LCM</vt:lpstr>
      <vt:lpstr>Decimal Expansion</vt:lpstr>
      <vt:lpstr>Exam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Sathish Kumar</cp:lastModifiedBy>
  <cp:revision>2</cp:revision>
  <dcterms:created xsi:type="dcterms:W3CDTF">2013-01-27T09:14:16Z</dcterms:created>
  <dcterms:modified xsi:type="dcterms:W3CDTF">2026-07-04T08:31:47Z</dcterms:modified>
  <cp:category/>
</cp:coreProperties>
</file>